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B4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05256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· MODULE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Object-Oriented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real world with classes &amp; objects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procedural code to clean, reusable, real-world designs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object-oriented programming?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programs grow, loose functions + scattered data become hard to manage. OOP bundles related DATA and BEHAVIOUR into one unit — an object — that mirrors a real-world thing.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49240" cy="30175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82296" cy="30175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04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style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715768"/>
            <a:ext cx="496519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Procedural: data and logic are separate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'Asha'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1000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deposit(bal, amt):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bal + amt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deposit(balance, 500)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can be changed by anyone, anywhere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331720"/>
            <a:ext cx="5349240" cy="30175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331720"/>
            <a:ext cx="82296" cy="30175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2404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style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91656" y="2715768"/>
            <a:ext cx="496519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OOP: data + behaviour together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Account: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bal):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bal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deposit(self, amt):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+= amt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Account('Asha', 1000)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a.deposit(500)   # behaviour lives with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532120"/>
            <a:ext cx="109728" cy="7772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 reusable, self-contained, and map to real entities (Account, Student, Car) — making large programs easier to model, extend, and maintain.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pillars of OOP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8716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28800" y="2606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data + methods; hide internal state behind a clean interface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48716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360920" y="2606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WHAT an object does, hide HOW it does it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6168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Inheritance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828800" y="44805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class reuses &amp; extends an existing one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17220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61688"/>
            <a:ext cx="374904" cy="374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Polymorphism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360920" y="44805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many forms — same call, different behaviour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Classes &amp; objects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blueprint; an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concrete instance built from it.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at creation;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refers to the current instance.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6035040" cy="356616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82296" cy="356616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304288"/>
            <a:ext cx="565099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school = 'IIT'          # class attribute (shared)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cgpa):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    # instance attribute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self.cgpa = cgpa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greet(self):        # method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f'Hi, I am {self.name}'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 Student('Ravi', 8.4)   # an object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= Student('Mira', 9.1)   # another object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print(s1.greet(), s1.cgpa)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2194560"/>
            <a:ext cx="4617720" cy="3566160"/>
          </a:xfrm>
          <a:prstGeom prst="rect">
            <a:avLst/>
          </a:prstGeom>
          <a:solidFill>
            <a:srgbClr val="E3EE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78892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B4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blueprint.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/ instance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thing built from it (s1, s2).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constructor, sets up state.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particular object.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its data.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its behaviour.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ENCAPSULATION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Protecting an object's state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internal data and expose a controlled interface. Convention: _protected, __private (name-mangled). Use @property for clean getters/setters.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6126480" cy="356616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82296" cy="356616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304288"/>
            <a:ext cx="574243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Account: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bal):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self.__balance = bal      # private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balance(self):            # getter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self.__balance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deposit(self, amt):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amt &lt;= 0: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ValueError('amt must be &gt; 0')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self.__balance += amt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Account(1000); a.deposit(500)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print(a.balance)   # 1500  (read-only outside)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95160" y="2194560"/>
            <a:ext cx="4526280" cy="3566160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37744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2668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encapsulate?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23760" y="29260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states are blocked (no negative deposit).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representation can change without breaking callers.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clear public API is easier to use safely.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INHERITANCE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 and extend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inherits a parent's attributes and methods, then adds or overrides behaviour. Use super() to call the parent.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640080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12848"/>
            <a:ext cx="601675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 self.name = name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 return '...'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            # Dog IS-A Animal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 return 'Woof'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Puppy(Dog):             # multilevel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super().__init__(name)   # call parent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print(Dog('Rex').speak())   # Woof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2103120"/>
            <a:ext cx="4343400" cy="3291840"/>
          </a:xfrm>
          <a:prstGeom prst="rect">
            <a:avLst/>
          </a:prstGeom>
          <a:solidFill>
            <a:srgbClr val="E3EE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Kinds of inheritance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2697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B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parent.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B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grandparent→parent→child.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B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many children, one parent.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B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several parents (MRO decides order).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composition over deep inheritance.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POLYMORPHISM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interface, many forms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call works on different types. Python uses duck typing — “if it has speak(), call speak().” Override methods and operators via dunder methods.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612648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304288"/>
            <a:ext cx="574243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animals = [Dog('Rex'), Cat('Tom'), Cow('Lily')]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in animals: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print(a.speak())   # each responds its own way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operator overloading via dunders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Vec: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 self.x, self.y = x, y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__add__(self, o):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Vec(self.x+o.x, self.y+o.y)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print((Vec(1,2) + Vec(3,4)).x)   # 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95160" y="2194560"/>
            <a:ext cx="4526280" cy="3291840"/>
          </a:xfrm>
          <a:prstGeom prst="rect">
            <a:avLst/>
          </a:prstGeom>
          <a:solidFill>
            <a:srgbClr val="FEF6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37744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2668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flavours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23760" y="292608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child redefines a parent method.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any object with the right method works.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__add__, __eq__, __len__ make your objects feel native.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· ABSTRACTION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Hiding the how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base class defines WHAT subclasses must do, without implementing it. Subclasses must fill in the @abstractmethod.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6400800" cy="338328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82296" cy="338328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12848"/>
            <a:ext cx="6016752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Shape(ABC):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 ...      # no body — a contract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Circle(Shape):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r): self.r = r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 return 3.14159 * self.r**2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Circle(2).area()   # 12.57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Shape()            # TypeError: can't instantiate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2103120"/>
            <a:ext cx="4343400" cy="3383280"/>
          </a:xfrm>
          <a:prstGeom prst="rect">
            <a:avLst/>
          </a:prstGeom>
          <a:solidFill>
            <a:srgbClr val="EEE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28600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0956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abstraction?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06640" y="278892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common contract every subclass must honour.</a:t>
            </a:r>
            <a:endParaRPr lang="en-US" sz="13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depend on the interface (area()), not the details.</a:t>
            </a:r>
            <a:endParaRPr lang="en-US" sz="13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incomplete classes from being used by mistake.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 (“dunder”) methods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Double-underscore methods let your objects integrate with Python's built-in behaviour — printing, comparison, length, arithmetic.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6035040" cy="338328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48840"/>
            <a:ext cx="82296" cy="338328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58568"/>
            <a:ext cx="5650992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Money: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rs): self.rs = rs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 return f'Money({self.rs})'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  return f'₹{self.rs}'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__eq__(self, o): return self.rs == o.rs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__add__(self, o): return Money(self.rs+o.rs)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__len__(self): return self.rs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print(Money(50) + Money(20))   # ₹70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print(Money(50) == Money(50))  # True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03720" y="2148840"/>
            <a:ext cx="2077974" cy="4114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1" name="Text 9"/>
          <p:cNvSpPr/>
          <p:nvPr/>
        </p:nvSpPr>
        <p:spPr>
          <a:xfrm>
            <a:off x="6976872" y="2148840"/>
            <a:ext cx="1949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81694" y="2148840"/>
            <a:ext cx="2539746" cy="4114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3" name="Text 11"/>
          <p:cNvSpPr/>
          <p:nvPr/>
        </p:nvSpPr>
        <p:spPr>
          <a:xfrm>
            <a:off x="9054846" y="2148840"/>
            <a:ext cx="2411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2560320"/>
            <a:ext cx="2077974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256032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81694" y="2560320"/>
            <a:ext cx="2539746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4846" y="25603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creation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3063240"/>
            <a:ext cx="207797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306324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/ __repr__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81694" y="3063240"/>
            <a:ext cx="253974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4846" y="306324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/ debugging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3566160"/>
            <a:ext cx="2077974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356616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__eq__ , __lt__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81694" y="3566160"/>
            <a:ext cx="2539746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4846" y="356616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, &lt; comparisons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4069080"/>
            <a:ext cx="207797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406908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__add__ , __mul__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81694" y="4069080"/>
            <a:ext cx="253974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4846" y="406908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, * operators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03720" y="4572000"/>
            <a:ext cx="2077974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76872" y="457200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__len__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81694" y="4572000"/>
            <a:ext cx="2539746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4846" y="457200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len(obj)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03720" y="5074920"/>
            <a:ext cx="207797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507492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__getitem__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981694" y="5074920"/>
            <a:ext cx="253974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4846" y="50749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obj[i] indexing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TYPES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Instance, class &amp; static methods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126480" cy="39319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39319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38528"/>
            <a:ext cx="574243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Pizza: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0                     # class attribute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size):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self.size = size          # instance attr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Pizza.count += 1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describe(self):           # instance method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f'{self.size} pizza'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total(cls):               # works on class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cls.count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@staticmethod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is_valid(size):           # plain utility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size in ('S','M','L')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95160" y="1828800"/>
            <a:ext cx="452628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to use?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method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(self) — needs the object's data.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@classmethod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(cls) — works on the class itself (e.g. counters, alternative constructors).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@staticmethod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utility that needs neither; just grouped with the class.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WORLD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OOP shows up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8716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frameworks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257860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Django/Flask models are classes; each table row is an object (ORM).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48716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GUIs &amp; games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60920" y="257860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sprites, players — every on-screen thing is an object with state.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6168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 &amp; SDKs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828800" y="445312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expose classes (e.g. requests.Session, DataFrame) you instantiate.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220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61688"/>
            <a:ext cx="374904" cy="374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systems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360920" y="445312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e-commerce, simulations — model domain entities as cooperating objects.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&amp; AVOID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&amp; pitfalls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3931920"/>
          </a:xfrm>
          <a:prstGeom prst="rect">
            <a:avLst/>
          </a:prstGeom>
          <a:solidFill>
            <a:srgbClr val="E6F4E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542032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classes a single, clear responsibility.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composition (“has-a”) over deep inheritance.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__repr__ for debuggable objects.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 in __init__ / setters.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public interface small.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349240" cy="3931920"/>
          </a:xfrm>
          <a:prstGeom prst="rect">
            <a:avLst/>
          </a:prstGeom>
          <a:solidFill>
            <a:srgbClr val="FCE8E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B4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00800" y="2542032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God-classes that do everything.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Inheriting just to reuse a few lines.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raw mutable internals.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default arguments (def f(x=[])).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self, or over-using class attributes for per-object data.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questions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to check your understanding — tags show the skill each one builds.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class Rectangle with width, height, an area() method and a __str__.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[apply]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89504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7706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Square subclass that reuses Rectangle via super().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[inheritance]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5295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BankAccount with a private balance, deposit/withdraw that reject invalid amounts.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[encapsulation]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88536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07408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8853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abstract Shape with area(); implement Circle and Triangle.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[abstraction]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47488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166360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5047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__add__ on a Vector2D class so v1 + v2 works.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[polymorphism]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806440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925312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925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58064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class method Student.from_csv_row('Ravi,8.4') as an alternative constructor.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[classmethod]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in one slide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7744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5054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76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&amp; object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54203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blueprint; objects are instances with their own state.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2011680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10" name="Shape 7"/>
          <p:cNvSpPr/>
          <p:nvPr/>
        </p:nvSpPr>
        <p:spPr>
          <a:xfrm>
            <a:off x="6510528" y="237744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5054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76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23760" y="254203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data + behaviour; hide internals behind a clean API.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" y="3493008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15" name="Shape 11"/>
          <p:cNvSpPr/>
          <p:nvPr/>
        </p:nvSpPr>
        <p:spPr>
          <a:xfrm>
            <a:off x="978408" y="3858768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398678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657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Inheritance &amp; polymorphism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02336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reuse/extend parents; one interface, many behaviours.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493008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0528" y="3858768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398678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657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23760" y="402336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to a contract (ABC), not to implementation details.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77240" y="5111496"/>
            <a:ext cx="10652760" cy="658368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111496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real things as cooperating objects — reusable, safe, and easy to extend.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in Python</dc:title>
  <dc:subject>PptxGenJS Presentation</dc:subject>
  <dc:creator>Python Course</dc:creator>
  <cp:lastModifiedBy>Python Course</cp:lastModifiedBy>
  <cp:revision>1</cp:revision>
  <dcterms:created xsi:type="dcterms:W3CDTF">2026-06-07T08:29:12Z</dcterms:created>
  <dcterms:modified xsi:type="dcterms:W3CDTF">2026-06-07T08:29:12Z</dcterms:modified>
</cp:coreProperties>
</file>