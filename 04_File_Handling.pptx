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69680" y="731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B4A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05256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· MODULE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Handling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Python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data survive after the program ends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write text, CSV and JSON safely with context managers and pathlib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file handling?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vanish when a program ends — they live in RAM. Files give your data persistence: it stays on disk and can be re-read, shared, or processed later.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743200"/>
            <a:ext cx="731520" cy="73152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9260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25877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783080" y="304495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results, settings, and records after the run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2743200"/>
            <a:ext cx="731520" cy="73152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9260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0" y="25877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Exchange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315200" y="304495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data between programs, machines &amp; people (CSV, JSON)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" y="4069080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4400" y="4480560"/>
            <a:ext cx="731520" cy="73152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663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4325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4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783080" y="478231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 far larger than memory, line by line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172200" y="4069080"/>
            <a:ext cx="5349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46520" y="4480560"/>
            <a:ext cx="731520" cy="73152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66344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0" y="4325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315200" y="478231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reports give a permanent trail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open() and its modes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open(path, mode, encoding)</a:t>
            </a:r>
            <a:pPr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returns a file object. The mode says what you intend to 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531620" cy="45720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103120"/>
            <a:ext cx="1403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71700" y="2103120"/>
            <a:ext cx="4594860" cy="45720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8"/>
          <p:cNvSpPr/>
          <p:nvPr/>
        </p:nvSpPr>
        <p:spPr>
          <a:xfrm>
            <a:off x="2244852" y="2103120"/>
            <a:ext cx="4466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153162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560320"/>
            <a:ext cx="14036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'r'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71700" y="2560320"/>
            <a:ext cx="45948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4852" y="2560320"/>
            <a:ext cx="44668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(default); file must exist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15316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072384"/>
            <a:ext cx="14036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'w'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71700" y="3072384"/>
            <a:ext cx="45948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4852" y="3072384"/>
            <a:ext cx="44668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CREATES / TRUNCATES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584448"/>
            <a:ext cx="153162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84448"/>
            <a:ext cx="14036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'a'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71700" y="3584448"/>
            <a:ext cx="45948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4852" y="3584448"/>
            <a:ext cx="44668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to the end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096512"/>
            <a:ext cx="15316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096512"/>
            <a:ext cx="14036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'x'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71700" y="4096512"/>
            <a:ext cx="45948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4852" y="4096512"/>
            <a:ext cx="44668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create; fails if it exists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608576"/>
            <a:ext cx="153162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608576"/>
            <a:ext cx="14036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'r+'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71700" y="4608576"/>
            <a:ext cx="459486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4852" y="4608576"/>
            <a:ext cx="44668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5120640"/>
            <a:ext cx="15316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5120640"/>
            <a:ext cx="14036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'b' / 't'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171700" y="5120640"/>
            <a:ext cx="45948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44852" y="5120640"/>
            <a:ext cx="44668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/ text (default)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995160" y="2103120"/>
            <a:ext cx="4526280" cy="3346704"/>
          </a:xfrm>
          <a:prstGeom prst="rect">
            <a:avLst/>
          </a:prstGeom>
          <a:solidFill>
            <a:srgbClr val="FEF6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286000"/>
            <a:ext cx="411480" cy="41148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726680" y="2304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Mind the mode!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7223760" y="274320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B4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'w'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erases existing contents instantly — use 'a' to add.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encoding='utf-8'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text so accented &amp; non-English characters work everywhere.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use  with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with statement (a context manager) guarantees the file is closed — even if an error occurs midway.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349240" cy="301752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48840"/>
            <a:ext cx="82296" cy="301752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2219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with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" y="2532888"/>
            <a:ext cx="496519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fragile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open('data.txt', 'w')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f.write('hello')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   # skipped if write() errors!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148840"/>
            <a:ext cx="5349240" cy="301752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148840"/>
            <a:ext cx="82296" cy="301752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22219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with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91656" y="2532888"/>
            <a:ext cx="496519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safe &amp; idiomatic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open('data.txt', 'w',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encoding='utf-8') as f: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f.write('hello')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auto-closed here, always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532120"/>
            <a:ext cx="10881360" cy="77724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5532120"/>
            <a:ext cx="109728" cy="7772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unclosed file can lose buffered data or lock the file. with closes it automatically — make it your default for every file operation.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Ways to read a file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217920" cy="393192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82296" cy="393192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938528"/>
            <a:ext cx="583387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open('notes.txt', encoding='utf-8') as f: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whole = f.read()        # entire file -&gt; str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open('notes.txt') as f: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first = f.readline()    # one line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open('notes.txt') as f: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lines = f.readlines()   # list of lines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open('notes.txt') as f: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line in f:          # BEST: lazy, memory-safe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print(line.rstrip())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86600" y="1828800"/>
            <a:ext cx="443484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0" y="1993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one?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242316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.read()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small files you want as one string.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.readline()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line at a time, manually.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.readlines()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 lines as a list (loads everything).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F9D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f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idiomatic, memory-friendly way for big files.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rstrip() removes the trailing newline.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Writing &amp; appending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217920" cy="374904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82296" cy="37490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938528"/>
            <a:ext cx="5833872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['Asha,8.4', 'Ravi,7.9', 'Mira,9.1']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 (overwrites the file)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open('marks.txt', 'w', encoding='utf-8') as f: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 in rows: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f.write(r + '\n')   # add newline yourself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or: f.writelines(r+'\n' for r in rows)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append a new record later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open('marks.txt', 'a', encoding='utf-8') as f: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f.write('Neel,8.8\n')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86600" y="1828800"/>
            <a:ext cx="4434840" cy="3749040"/>
          </a:xfrm>
          <a:prstGeom prst="rect">
            <a:avLst/>
          </a:prstGeom>
          <a:solidFill>
            <a:srgbClr val="E0F2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0116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18120" y="2029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0" y="246888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write()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NOT add a newline — add \n yourself.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DB4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'w'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replaces the whole file;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F9D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adds to the end.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buffered; closing (via with) flushes it to disk.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6D4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print(x, file=f)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also writes (adds \n for you).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paths the right way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paths like 'C:\\data\\f.txt' break across operating systems. Use pathlib for clean, cross-platform paths.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6217920" cy="329184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48840"/>
            <a:ext cx="82296" cy="32918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258568"/>
            <a:ext cx="583387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Path('data')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= base / 'reports' / 'q1.txt'  # OS-correct /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file.exists()           # True / False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file.suffix             # '.txt'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file.parent.mkdir(parents=True, exist_ok=True)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file.read_text(encoding='utf-8')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 in base.glob('*.csv'):  # find files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print(p.name)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86600" y="2148840"/>
            <a:ext cx="4434840" cy="3291840"/>
          </a:xfrm>
          <a:prstGeom prst="rect">
            <a:avLst/>
          </a:prstGeom>
          <a:solidFill>
            <a:srgbClr val="E3EE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0" y="2313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A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pathlib wins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788920"/>
            <a:ext cx="4069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B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with /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manual separators.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Windows, macOS &amp; Linux unchanged.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exists(), mkdir(), glob(), read_text().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than the older os.path strings.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 files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(comma-separated values) is the universal format for tables. The csv module handles quoting &amp; commas for you.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6583680" cy="329184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48840"/>
            <a:ext cx="82296" cy="32918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258568"/>
            <a:ext cx="619963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 rows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open('students.csv','w',newline='') as f: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 = csv.writer(f)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w.writerow(['name','cgpa'])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w.writerow(['Asha', 8.4])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as dictionaries (header -&gt; keys)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open('students.csv', newline='') as f: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row in csv.DictReader(f):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print(row['name'], row['cgpa'])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6640" y="2148840"/>
            <a:ext cx="411480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0" y="2313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0" y="274320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newline=''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avoid blank rows.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csv.DictReader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maps each row to a dict using the header.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reads back as strings — convert numbers yourself.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heavy analysis, pandas.read_csv() is the next step.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files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stores nested data (dicts &amp; lists) as text — the language of web APIs and config files.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6583680" cy="329184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48840"/>
            <a:ext cx="82296" cy="329184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258568"/>
            <a:ext cx="619963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{'name': 'Asha', 'subjects': ['ML','OS'],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'cgpa': 8.4, 'active': True}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object  -&gt;  JSON file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open('config.json','w') as f: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json.dump(config, f, indent=2)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JSON file  -&gt;  Python object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open('config.json') as f: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json.load(f)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print(data['subjects'][0])   # 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6640" y="2148840"/>
            <a:ext cx="1728216" cy="45720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1" name="Text 9"/>
          <p:cNvSpPr/>
          <p:nvPr/>
        </p:nvSpPr>
        <p:spPr>
          <a:xfrm>
            <a:off x="7479792" y="2148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34856" y="2148840"/>
            <a:ext cx="2386584" cy="45720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3" name="Text 11"/>
          <p:cNvSpPr/>
          <p:nvPr/>
        </p:nvSpPr>
        <p:spPr>
          <a:xfrm>
            <a:off x="9208008" y="21488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06640" y="2606040"/>
            <a:ext cx="1728216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26060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json.dump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34856" y="2606040"/>
            <a:ext cx="2386584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08008" y="2606040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→ file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06640" y="3172968"/>
            <a:ext cx="172821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9792" y="317296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json.dumps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3172968"/>
            <a:ext cx="238658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8008" y="3172968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→ string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06640" y="3739896"/>
            <a:ext cx="1728216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9792" y="373989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134856" y="3739896"/>
            <a:ext cx="2386584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8008" y="3739896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object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06640" y="4306824"/>
            <a:ext cx="172821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9792" y="430682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134856" y="4306824"/>
            <a:ext cx="238658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08008" y="4306824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→ object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06640" y="4983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dict↔object, list↔array, True↔true, None↔null.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Handling file errors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217920" cy="3383280"/>
          </a:xfrm>
          <a:prstGeom prst="rect">
            <a:avLst/>
          </a:prstGeom>
          <a:solidFill>
            <a:srgbClr val="0F2540"/>
          </a:solidFill>
          <a:ln w="12700">
            <a:solidFill>
              <a:srgbClr val="1B4A73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82296" cy="3383280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938528"/>
            <a:ext cx="5833872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open('missing.txt') as f: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 = f.read()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FileNotFoundError: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print('File not found — using defaults')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PermissionError: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print('No permission to read this file')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7C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check first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Path('missing.txt').exists():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86600" y="1828800"/>
            <a:ext cx="4434840" cy="3383280"/>
          </a:xfrm>
          <a:prstGeom prst="rect">
            <a:avLst/>
          </a:prstGeom>
          <a:solidFill>
            <a:srgbClr val="FCE8E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0116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18120" y="2029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B4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Files fail — plan for it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315200" y="2468880"/>
            <a:ext cx="4069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B4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wrong path / missing file.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B4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PermissionError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access rights.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B4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UnicodeDecodeError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wrong encoding.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I/O in try/except so one bad file doesn't crash the whole program.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REAL WORLD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Files everywhere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8600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487168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A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828800" y="257860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append events to log files for monitoring &amp; debugging.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182880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28600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487168"/>
            <a:ext cx="374904" cy="374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360920" y="257860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live in JSON/YAML/.env files, loaded at startup.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370332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16052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361688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4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828800" y="445312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raw CSV/JSON, transform, write clean output for the next stage.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172200" y="370332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416052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361688"/>
            <a:ext cx="374904" cy="3749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 &amp; exports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360920" y="445312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invoices, exports &amp; backups users can download.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questions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to check your understanding — tags show the skill each one builds.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130552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01168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5 names to names.txt, then read and print them with line numbers.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[apply]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70632"/>
            <a:ext cx="10881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889504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7706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 new line to a log file each time a function runs (mode 'a').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[apply]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29584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48456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5295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CSV of students and print the average cgpa using csv.DictReader.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[csv]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88536"/>
            <a:ext cx="10881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407408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28853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settings dict to config.json, then load it back and modify one key.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[json]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047488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166360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166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50474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number of lines and words in a text file (memory-friendly loop).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[problem]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806440"/>
            <a:ext cx="10881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254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5925312"/>
            <a:ext cx="420624" cy="42062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925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580644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non-existent file and handle FileNotFoundError gracefully.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[errors]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handling recap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303520" cy="1298448"/>
          </a:xfrm>
          <a:prstGeom prst="rect">
            <a:avLst/>
          </a:prstGeom>
          <a:solidFill>
            <a:srgbClr val="1B4A73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2377440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50545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762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open() + mode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91640" y="2542032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'r' read, 'w' overwrite, 'a' append; always set encoding='utf-8'.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2011680"/>
            <a:ext cx="5303520" cy="1298448"/>
          </a:xfrm>
          <a:prstGeom prst="rect">
            <a:avLst/>
          </a:prstGeom>
          <a:solidFill>
            <a:srgbClr val="1B4A73"/>
          </a:solidFill>
          <a:ln/>
        </p:spPr>
      </p:sp>
      <p:sp>
        <p:nvSpPr>
          <p:cNvPr id="10" name="Shape 7"/>
          <p:cNvSpPr/>
          <p:nvPr/>
        </p:nvSpPr>
        <p:spPr>
          <a:xfrm>
            <a:off x="6510528" y="2377440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50545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762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with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223760" y="2542032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managers close files automatically, even on errors.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77240" y="3493008"/>
            <a:ext cx="5303520" cy="1298448"/>
          </a:xfrm>
          <a:prstGeom prst="rect">
            <a:avLst/>
          </a:prstGeom>
          <a:solidFill>
            <a:srgbClr val="1B4A73"/>
          </a:solidFill>
          <a:ln/>
        </p:spPr>
      </p:sp>
      <p:sp>
        <p:nvSpPr>
          <p:cNvPr id="15" name="Shape 11"/>
          <p:cNvSpPr/>
          <p:nvPr/>
        </p:nvSpPr>
        <p:spPr>
          <a:xfrm>
            <a:off x="978408" y="3858768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398678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6576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 &amp; JSON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91640" y="4023360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and json modules turn files into rows / objects and back.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3493008"/>
            <a:ext cx="5303520" cy="1298448"/>
          </a:xfrm>
          <a:prstGeom prst="rect">
            <a:avLst/>
          </a:prstGeom>
          <a:solidFill>
            <a:srgbClr val="1B4A73"/>
          </a:solidFill>
          <a:ln/>
        </p:spPr>
      </p:sp>
      <p:sp>
        <p:nvSpPr>
          <p:cNvPr id="20" name="Shape 15"/>
          <p:cNvSpPr/>
          <p:nvPr/>
        </p:nvSpPr>
        <p:spPr>
          <a:xfrm>
            <a:off x="6510528" y="3858768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398678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6576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 defensive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23760" y="4023360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pathlib for paths and handle FileNotFoundError &amp; friends.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77240" y="5111496"/>
            <a:ext cx="10652760" cy="658368"/>
          </a:xfrm>
          <a:prstGeom prst="rect">
            <a:avLst/>
          </a:prstGeom>
          <a:solidFill>
            <a:srgbClr val="F4B400"/>
          </a:solidFill>
          <a:ln/>
        </p:spPr>
      </p:sp>
      <p:sp>
        <p:nvSpPr>
          <p:cNvPr id="25" name="Text 19"/>
          <p:cNvSpPr/>
          <p:nvPr/>
        </p:nvSpPr>
        <p:spPr>
          <a:xfrm>
            <a:off x="777240" y="5111496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data safely: open with a clear mode, wrap in with, and pick the right format.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Handling in Python</dc:title>
  <dc:subject>PptxGenJS Presentation</dc:subject>
  <dc:creator>Python Course</dc:creator>
  <cp:lastModifiedBy>Python Course</cp:lastModifiedBy>
  <cp:revision>1</cp:revision>
  <dcterms:created xsi:type="dcterms:W3CDTF">2026-06-07T08:29:13Z</dcterms:created>
  <dcterms:modified xsi:type="dcterms:W3CDTF">2026-06-07T08:29:13Z</dcterms:modified>
</cp:coreProperties>
</file>